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2bc617458a4718" /><Relationship Type="http://schemas.openxmlformats.org/officeDocument/2006/relationships/extended-properties" Target="/docProps/app.xml" Id="R76f64bed88c44f94" /><Relationship Type="http://schemas.openxmlformats.org/officeDocument/2006/relationships/officeDocument" Target="/ppt/presentation.xml" Id="Ra4c0fe4e687c4f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9c6ff4cbcc4a44"/>
  </p:sldMasterIdLst>
  <p:notesMasterIdLst>
    <p:notesMasterId xmlns:r="http://schemas.openxmlformats.org/officeDocument/2006/relationships" r:id="Re61ca8e2c1044b63"/>
  </p:notesMasterIdLst>
  <p:sldIdLst>
    <p:sldId xmlns:r="http://schemas.openxmlformats.org/officeDocument/2006/relationships" id="256" r:id="R7572df0ed2ac46a9"/>
    <p:sldId xmlns:r="http://schemas.openxmlformats.org/officeDocument/2006/relationships" id="257" r:id="R30c51c8f04fd40f3"/>
    <p:sldId xmlns:r="http://schemas.openxmlformats.org/officeDocument/2006/relationships" id="258" r:id="R55d900e241bc4885"/>
    <p:sldId xmlns:r="http://schemas.openxmlformats.org/officeDocument/2006/relationships" id="259" r:id="Re1ce305a1b5a45c2"/>
    <p:sldId xmlns:r="http://schemas.openxmlformats.org/officeDocument/2006/relationships" id="260" r:id="R4a1e9f29a64f4c80"/>
    <p:sldId xmlns:r="http://schemas.openxmlformats.org/officeDocument/2006/relationships" id="261" r:id="Rcf81763533344fcb"/>
    <p:sldId xmlns:r="http://schemas.openxmlformats.org/officeDocument/2006/relationships" id="262" r:id="Rd120bd3330404da4"/>
    <p:sldId xmlns:r="http://schemas.openxmlformats.org/officeDocument/2006/relationships" id="263" r:id="Re296e5500fb249ef"/>
    <p:sldId xmlns:r="http://schemas.openxmlformats.org/officeDocument/2006/relationships" id="264" r:id="R34e986d4188047d6"/>
    <p:sldId xmlns:r="http://schemas.openxmlformats.org/officeDocument/2006/relationships" id="265" r:id="R2cb72c2a116c49a2"/>
    <p:sldId xmlns:r="http://schemas.openxmlformats.org/officeDocument/2006/relationships" id="266" r:id="Rbdca295b288a4197"/>
    <p:sldId xmlns:r="http://schemas.openxmlformats.org/officeDocument/2006/relationships" id="267" r:id="R4c096623160f4c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d82dca6e6643dc" /><Relationship Type="http://schemas.openxmlformats.org/officeDocument/2006/relationships/slideMaster" Target="/ppt/slideMasters/slideMaster1.xml" Id="Re19c6ff4cbcc4a44" /><Relationship Type="http://schemas.openxmlformats.org/officeDocument/2006/relationships/notesMaster" Target="/ppt/notesMasters/notesMaster1.xml" Id="Re61ca8e2c1044b63" /><Relationship Type="http://schemas.openxmlformats.org/officeDocument/2006/relationships/presProps" Target="/ppt/presProps.xml" Id="Rb3aa025edef24f27" /><Relationship Type="http://schemas.openxmlformats.org/officeDocument/2006/relationships/tableStyles" Target="/ppt/tableStyles.xml" Id="R177894fe0d9d47a1" /><Relationship Type="http://schemas.openxmlformats.org/officeDocument/2006/relationships/slide" Target="/ppt/slides/slide1.xml" Id="R7572df0ed2ac46a9" /><Relationship Type="http://schemas.openxmlformats.org/officeDocument/2006/relationships/slide" Target="/ppt/slides/slide2.xml" Id="R30c51c8f04fd40f3" /><Relationship Type="http://schemas.openxmlformats.org/officeDocument/2006/relationships/slide" Target="/ppt/slides/slide3.xml" Id="R55d900e241bc4885" /><Relationship Type="http://schemas.openxmlformats.org/officeDocument/2006/relationships/slide" Target="/ppt/slides/slide4.xml" Id="Re1ce305a1b5a45c2" /><Relationship Type="http://schemas.openxmlformats.org/officeDocument/2006/relationships/slide" Target="/ppt/slides/slide5.xml" Id="R4a1e9f29a64f4c80" /><Relationship Type="http://schemas.openxmlformats.org/officeDocument/2006/relationships/slide" Target="/ppt/slides/slide6.xml" Id="Rcf81763533344fcb" /><Relationship Type="http://schemas.openxmlformats.org/officeDocument/2006/relationships/slide" Target="/ppt/slides/slide7.xml" Id="Rd120bd3330404da4" /><Relationship Type="http://schemas.openxmlformats.org/officeDocument/2006/relationships/slide" Target="/ppt/slides/slide8.xml" Id="Re296e5500fb249ef" /><Relationship Type="http://schemas.openxmlformats.org/officeDocument/2006/relationships/slide" Target="/ppt/slides/slide9.xml" Id="R34e986d4188047d6" /><Relationship Type="http://schemas.openxmlformats.org/officeDocument/2006/relationships/slide" Target="/ppt/slides/slide10.xml" Id="R2cb72c2a116c49a2" /><Relationship Type="http://schemas.openxmlformats.org/officeDocument/2006/relationships/slide" Target="/ppt/slides/slide11.xml" Id="Rbdca295b288a4197" /><Relationship Type="http://schemas.openxmlformats.org/officeDocument/2006/relationships/slide" Target="/ppt/slides/slide12.xml" Id="R4c096623160f4c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cae717304b4b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56740a8c5f448c" /><Relationship Type="http://schemas.openxmlformats.org/officeDocument/2006/relationships/notesMaster" Target="/ppt/notesMasters/notesMaster1.xml" Id="Rbc237b786e0e43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bebc6cf4014650" /><Relationship Type="http://schemas.openxmlformats.org/officeDocument/2006/relationships/notesMaster" Target="/ppt/notesMasters/notesMaster1.xml" Id="R7cf05cda239c4c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213d4183f64559" /><Relationship Type="http://schemas.openxmlformats.org/officeDocument/2006/relationships/notesMaster" Target="/ppt/notesMasters/notesMaster1.xml" Id="R8a3e6e9559e84c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da5a135bab404c" /><Relationship Type="http://schemas.openxmlformats.org/officeDocument/2006/relationships/notesMaster" Target="/ppt/notesMasters/notesMaster1.xml" Id="R4b5bc5e78e974a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27e36186f64362" /><Relationship Type="http://schemas.openxmlformats.org/officeDocument/2006/relationships/notesMaster" Target="/ppt/notesMasters/notesMaster1.xml" Id="R536b5dccb12548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44526b15a14004" /><Relationship Type="http://schemas.openxmlformats.org/officeDocument/2006/relationships/notesMaster" Target="/ppt/notesMasters/notesMaster1.xml" Id="R59b20daac6d44d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463ed374dc4fd0" /><Relationship Type="http://schemas.openxmlformats.org/officeDocument/2006/relationships/notesMaster" Target="/ppt/notesMasters/notesMaster1.xml" Id="R4c727264639b4f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679accf41046ab" /><Relationship Type="http://schemas.openxmlformats.org/officeDocument/2006/relationships/notesMaster" Target="/ppt/notesMasters/notesMaster1.xml" Id="Rde397c11c93c44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9994643ff344e4" /><Relationship Type="http://schemas.openxmlformats.org/officeDocument/2006/relationships/notesMaster" Target="/ppt/notesMasters/notesMaster1.xml" Id="Re4d696ee218941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6a30a6c6ea41bf" /><Relationship Type="http://schemas.openxmlformats.org/officeDocument/2006/relationships/notesMaster" Target="/ppt/notesMasters/notesMaster1.xml" Id="R960ea2ddceca45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81cee87fe04ed8" /><Relationship Type="http://schemas.openxmlformats.org/officeDocument/2006/relationships/notesMaster" Target="/ppt/notesMasters/notesMaster1.xml" Id="R2d41820ce8ea45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4b6ce3e2544254" /><Relationship Type="http://schemas.openxmlformats.org/officeDocument/2006/relationships/notesMaster" Target="/ppt/notesMasters/notesMaster1.xml" Id="R164e0450e436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Участие в G-TON сообщено основателем. О программе: https://astanahub.com/ru/l/GTON. Не подразумевает государственный контракт или подтверждённый пилот.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Гипотеза потребности. Размер проблемы и активное время ручной работы ещё предстоит измерить с пользователями.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README.md, реализация и тесты проекта Aigak. Это описание возможностей, а не гарантия успешного доступа к любому сайту.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реального сохранённого дела. Сопоставление DOM-цитаты до и после захвата не является независимой пиксельной OCR-проверкой или нотариальным удостоверением.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Пределы по умолчанию: AIGAK_ANALYSIS_BUDGET_MS=900000, AIGAK_SITE_PAGE_LIMIT=12, AIGAK_SITE_DEPTH=3. Обход ограниченный; недоступная или не посещённая страница не считается безопасной.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норм сохраняются в деле со ссылками на официальные страницы. Исторический реестр не подтверждает текущий статус лицензии. Дополнительный цикл работает по доступным опубликованным документам, а не по закрытым государственным сведениям.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https://www.nic.kz/en/whois ; https://archive.org/help/wayback_api.php ; https://crt.sh/ . Архивные ответы могут быть недоступны; скрытые данные владельца не восстанавливаются.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http://localhost:4317/#9d78cb58-167d-48f1-b438-030ba0b8b06a</a:t>
            </a:r>
          </a:p>
          <a:p xmlns:a="http://schemas.openxmlformats.org/drawingml/2006/main">
            <a:r>
              <a:t>http://localhost:4317/#a622603a-f8c5-4de4-99ee-95df2662c55d</a:t>
            </a:r>
          </a:p>
          <a:p xmlns:a="http://schemas.openxmlformats.org/drawingml/2006/main">
            <a:r>
              <a:t>http://localhost:4317/#d0a82d1b-f8e8-489f-9961-573e7a122c3f</a:t>
            </a:r>
          </a:p>
          <a:p xmlns:a="http://schemas.openxmlformats.org/drawingml/2006/main">
            <a:r>
              <a:t>Данные сохранённых запусков на 15.10.2026. Это 3 выбранных ресурса без независимой экспертной разметки.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Описание: docs/AGENT_ARCHITECTURE.md. Роль не обязательно означает отдельную модель. Совпадение мнений моделей не считается независимым подтверждением.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пилота, не проведённый эксперимент. Число 20 — предлагаемый размер первого набора, не достаточное обоснование высокой точности.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Коммерческая гипотеза: платный пилот, затем подписка или оплата объёма проверок. Подтверждённые интервью, выручка и пилоты владельцем не предоставлены; не заявлять их наличие или отсутствие.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cfb413eb84a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dfc7e991d40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7448695f24f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5795a002d46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1476f912344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4b3a1698a48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FEA2AF-7172-4716-8DD5-7075A9BB5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C4B39B-6FFD-4801-A95D-05A2C12EBA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A09A8B-9E8A-44E4-AEB4-906557EEB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623E30-BE4E-46D3-BC44-78B987485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13D28C-04C1-4C47-8DD8-185FD63A92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A50AA1-CC9F-49D1-9183-AC1A4569F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CBE986-570F-4626-907D-D668E34C15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424302-7966-4E2A-9F79-86BF03489F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0EE99D-4ED0-4D32-B456-D806268B3F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82FDF7-9F2B-4708-BA9C-A1244D13EE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de729bbab949ba" /><Relationship Type="http://schemas.openxmlformats.org/officeDocument/2006/relationships/slideLayout" Target="/ppt/slideLayouts/slideLayout1.xml" Id="Rf2b6a5efd1b54c3a" /><Relationship Type="http://schemas.openxmlformats.org/officeDocument/2006/relationships/slideLayout" Target="/ppt/slideLayouts/slideLayout2.xml" Id="R60e52db861fe42f7" /><Relationship Type="http://schemas.openxmlformats.org/officeDocument/2006/relationships/slideLayout" Target="/ppt/slideLayouts/slideLayout3.xml" Id="R0dcfc58d2c124de5" /><Relationship Type="http://schemas.openxmlformats.org/officeDocument/2006/relationships/slideLayout" Target="/ppt/slideLayouts/slideLayout4.xml" Id="R33800ecc20494259" /><Relationship Type="http://schemas.openxmlformats.org/officeDocument/2006/relationships/slideLayout" Target="/ppt/slideLayouts/slideLayout5.xml" Id="R8c1a44020a5a4d55" /><Relationship Type="http://schemas.openxmlformats.org/officeDocument/2006/relationships/slideLayout" Target="/ppt/slideLayouts/slideLayout6.xml" Id="R95f30efd6fd141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b6a5efd1b54c3a"/>
    <p:sldLayoutId xmlns:r="http://schemas.openxmlformats.org/officeDocument/2006/relationships" id="2147483650" r:id="R60e52db861fe42f7"/>
    <p:sldLayoutId xmlns:r="http://schemas.openxmlformats.org/officeDocument/2006/relationships" id="2147483651" r:id="R0dcfc58d2c124de5"/>
    <p:sldLayoutId xmlns:r="http://schemas.openxmlformats.org/officeDocument/2006/relationships" id="2147483652" r:id="R33800ecc20494259"/>
    <p:sldLayoutId xmlns:r="http://schemas.openxmlformats.org/officeDocument/2006/relationships" id="2147483653" r:id="R8c1a44020a5a4d55"/>
    <p:sldLayoutId xmlns:r="http://schemas.openxmlformats.org/officeDocument/2006/relationships" id="2147483654" r:id="R95f30efd6fd141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df28e5e3e4427" /><Relationship Type="http://schemas.openxmlformats.org/officeDocument/2006/relationships/notesSlide" Target="/ppt/notesSlides/notesSlide1.xml" Id="R980a96317000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0df79f8e54f5e" /><Relationship Type="http://schemas.openxmlformats.org/officeDocument/2006/relationships/notesSlide" Target="/ppt/notesSlides/notesSlide2.xml" Id="R6598f0210e5b4b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f17548eb9471c" /><Relationship Type="http://schemas.openxmlformats.org/officeDocument/2006/relationships/notesSlide" Target="/ppt/notesSlides/notesSlide3.xml" Id="R69429eb6bd0f41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c4284718e439e" /><Relationship Type="http://schemas.openxmlformats.org/officeDocument/2006/relationships/image" Target="/ppt/media/image.png" Id="R7034af6e6eba4dfb" /><Relationship Type="http://schemas.openxmlformats.org/officeDocument/2006/relationships/notesSlide" Target="/ppt/notesSlides/notesSlide4.xml" Id="R7570876f501c41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c19e305fd439c" /><Relationship Type="http://schemas.openxmlformats.org/officeDocument/2006/relationships/image" Target="/ppt/media/image2.png" Id="R172db232b63d4bf1" /><Relationship Type="http://schemas.openxmlformats.org/officeDocument/2006/relationships/notesSlide" Target="/ppt/notesSlides/notesSlide5.xml" Id="R4ad8c4590ed64a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10a8c12574ef6" /><Relationship Type="http://schemas.openxmlformats.org/officeDocument/2006/relationships/image" Target="/ppt/media/image3.png" Id="R9cd3c76fb4c04def" /><Relationship Type="http://schemas.openxmlformats.org/officeDocument/2006/relationships/notesSlide" Target="/ppt/notesSlides/notesSlide6.xml" Id="R2d780f7da1454c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c1b2dfef1489e" /><Relationship Type="http://schemas.openxmlformats.org/officeDocument/2006/relationships/notesSlide" Target="/ppt/notesSlides/notesSlide7.xml" Id="R6aae669ed7834d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d083bcf234c31" /><Relationship Type="http://schemas.openxmlformats.org/officeDocument/2006/relationships/notesSlide" Target="/ppt/notesSlides/notesSlide8.xml" Id="R24502beee75f4d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b6276f29c142c2" /><Relationship Type="http://schemas.openxmlformats.org/officeDocument/2006/relationships/notesSlide" Target="/ppt/notesSlides/notesSlide9.xml" Id="R08e3e44bfc594b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8ddaa4ac2493e" /><Relationship Type="http://schemas.openxmlformats.org/officeDocument/2006/relationships/notesSlide" Target="/ppt/notesSlides/notesSlide10.xml" Id="Rf535229dfe0a43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8ac08f3e049db" /><Relationship Type="http://schemas.openxmlformats.org/officeDocument/2006/relationships/notesSlide" Target="/ppt/notesSlides/notesSlide11.xml" Id="R2b1b9fe2776544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9bfb48cae4f82" /><Relationship Type="http://schemas.openxmlformats.org/officeDocument/2006/relationships/notesSlide" Target="/ppt/notesSlides/notesSlide12.xml" Id="Rd300faf90b944c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5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F6F87-7B67-4C8F-95BA-82867575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D6E6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6E6D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E6D5"/>
                </a:solidFill>
                <a:latin typeface="Arial"/>
                <a:ea typeface="Arial"/>
                <a:cs typeface="Arial"/>
              </a:rPr>
              <a:t>G-TON • ASTANA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142E1-A5BE-4E1C-8CE7-4C84F117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aigak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62373-4AC9-465F-8DB7-BC8D1B4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ссылки на сайт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 проверяемым материалам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B3FA0-39B1-4DB8-A4F9-4063C421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E0EC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0EC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0ECDD"/>
                </a:solidFill>
                <a:latin typeface="Arial"/>
                <a:ea typeface="Arial"/>
                <a:cs typeface="Arial"/>
              </a:rPr>
              <a:t>Сбор фактов, снимки, правовые основания.</a:t>
            </a:r>
          </a:p>
          <a:p xmlns:a="http://schemas.openxmlformats.org/drawingml/2006/main">
            <a:pPr>
              <a:defRPr sz="2175" b="0">
                <a:solidFill>
                  <a:srgbClr val="E0EC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0ECDD"/>
                </a:solidFill>
                <a:latin typeface="Arial"/>
                <a:ea typeface="Arial"/>
                <a:cs typeface="Arial"/>
              </a:rPr>
              <a:t>Проект пакета для инспектора в Казахстане.</a:t>
            </a:r>
          </a:p>
        </p:txBody>
      </p:sp>
    </p:spTree>
    <p:extLst>
      <p:ext uri="{BB962C8B-B14F-4D97-AF65-F5344CB8AC3E}">
        <p14:creationId xmlns:p14="http://schemas.microsoft.com/office/powerpoint/2010/main" val="1306385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EA26A-50F6-4F78-92BB-8BE1ACC0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/ G-TON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44131-B727-4902-B8EB-6FEB191C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Инспектору нужен обоснованный 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C532D-0D78-4CD0-9E09-BDB771FD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15 октября 2026 • Рабочий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82BCF-562D-47DA-897E-70452605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F49CC-1CA5-45D9-849B-B9019C3B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14C79-0DEA-4201-9DEE-1419224A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66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Открыть и исследовать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3F8FA-7B2C-4A00-8E73-F2B9345B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05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Главная страница, внутренние разделы, запасные способы доступа.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80ADA-A377-45A9-8F8D-0CDC0CE5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5E7DE-1D1A-4DD9-8977-BB831E1D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71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Зафиксировать факт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EB255-E2D3-4B0E-8249-26720622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Точный URL, цитата и соответствующий фрагмент страницы.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FB667-1527-4FA1-A17F-6B52A11B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6D8BB-63AF-4736-8726-AE195302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Объяснить правовое основание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EF5D5-15D8-4E03-9B58-229D7F2F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Конкретная норма, условия её применения и проверяемые источники.</a:t>
            </a:r>
          </a:p>
        </p:txBody>
      </p:sp>
    </p:spTree>
    <p:extLst>
      <p:ext uri="{BB962C8B-B14F-4D97-AF65-F5344CB8AC3E}">
        <p14:creationId xmlns:p14="http://schemas.microsoft.com/office/powerpoint/2010/main" val="562660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E02F5-0802-4C51-9BE7-0FA80367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/ G-TON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A04EC-DE84-4C51-80F8-0B7A49EA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Что делает работающий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14D9E-EC42-4DF1-A421-6538A64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15 октября 2026 • Рабочий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99066-E22D-43B4-8EFB-28BF4D7F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54CCB-872B-4D0E-BA5E-19F45422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B4D8C-93B0-4D73-8543-E882B5C1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66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Собирает и сохраняет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DEBE0-9CE9-4974-ACEA-66EC9561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05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Браузерные стратегии, подстраницы, история запусков и оригиналы.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9062F-3753-4B8F-B383-7EE5B553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A0512-F546-4881-AC42-907DDA72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71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Проверяет находки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645E0-3C1F-4B6E-B334-0FB6FE0A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Точные цитаты, соответствие снимков, контекст и контраргументы.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028EA-729D-4A62-BD90-BD9AAB60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192D7-5D20-446E-B161-96EB22E2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Готовит дело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78372-BDBC-4EF7-B8E9-7EEC58E2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OSINT, ссылки на нормы РК, проект документов и журнал расходов.</a:t>
            </a:r>
          </a:p>
        </p:txBody>
      </p:sp>
    </p:spTree>
    <p:extLst>
      <p:ext uri="{BB962C8B-B14F-4D97-AF65-F5344CB8AC3E}">
        <p14:creationId xmlns:p14="http://schemas.microsoft.com/office/powerpoint/2010/main" val="1060218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D7E0A-88F8-4C99-8BD6-46635C45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/ G-TON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6AB9B-838C-4BB2-9D5D-2AEBC636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Одна находка — конкретный источник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64F6D-2700-48CC-9D6B-356870EA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15 октября 2026 • Рабочий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B9477-21F8-4822-BD49-7ADAA7C4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E1DB1-93D0-4A32-9800-6E408B0658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4af6e6eba4dfb"/>
          <a:stretch xmlns:a="http://schemas.openxmlformats.org/drawingml/2006/main"/>
        </p:blipFill>
        <p:spPr>
          <a:xfrm xmlns:a="http://schemas.openxmlformats.org/drawingml/2006/main">
            <a:off x="5820330" y="2095500"/>
            <a:ext cx="4894740" cy="3762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5178C-1EFA-474F-8009-550DB2A6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URL страницы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Точная цитата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Проверенный снимок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Сохранённый оригинал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DD8A9-142B-4E79-9236-70D78654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Снимок защиты или случайная картинка не заменяют доказательство.</a:t>
            </a:r>
          </a:p>
        </p:txBody>
      </p:sp>
    </p:spTree>
    <p:extLst>
      <p:ext uri="{BB962C8B-B14F-4D97-AF65-F5344CB8AC3E}">
        <p14:creationId xmlns:p14="http://schemas.microsoft.com/office/powerpoint/2010/main" val="192162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962F0-ED66-4F75-BB48-B7799BF6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/ G-TON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DE878-637B-47BA-9323-F308A2E9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Проверяем и внутренние страницы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D3E24-C3B8-4170-BE47-AAF9973E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15 октября 2026 • Рабочий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00A60-F2F7-4B80-AA05-2EB1AA84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35580-2253-462E-B09A-79B614F0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12 страниц / глубина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57503-4271-47E9-827E-F23C68C7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38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Настраиваемый обход опубликованных ссылок и карт сайта. Для каждой страницы сохраняется результат доступа.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C322A-93B1-4CBF-B27E-7B9C9137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По умолчанию до 15 минут.</a:t>
            </a:r>
          </a:p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Пределы увеличиваются под задачу.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73BB1-6954-46C5-8D1F-398F2E0E48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db232b63d4bf1"/>
          <a:stretch xmlns:a="http://schemas.openxmlformats.org/drawingml/2006/main"/>
        </p:blipFill>
        <p:spPr>
          <a:xfrm xmlns:a="http://schemas.openxmlformats.org/drawingml/2006/main">
            <a:off x="5334000" y="2825921"/>
            <a:ext cx="6248400" cy="23491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42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9F89E-09A6-4430-ACD9-D6B2ADBE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/ G-TON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8B583-4585-4559-BE33-D5C56D17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Юрист проверяет норму и её применимость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BC0BC-DBEB-4F9C-B8DD-2411504D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15 октября 2026 • Рабочий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609BB-701D-4224-BDB9-CDE6E9C5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B1002-21FD-4F6B-B947-755384A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Название акта → статья → факт → условия и исключения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9521A-73FC-4612-9AEE-BC7F2B8084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3c76fb4c04def"/>
          <a:stretch xmlns:a="http://schemas.openxmlformats.org/drawingml/2006/main"/>
        </p:blipFill>
        <p:spPr>
          <a:xfrm xmlns:a="http://schemas.openxmlformats.org/drawingml/2006/main">
            <a:off x="609600" y="3640267"/>
            <a:ext cx="6905625" cy="15205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43823-40A0-45CD-ADD7-9A2EB569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36385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Дополнительные документы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Повторный анализ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Сохранённое обоснование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331EE-21F1-4D1D-9635-F5B02784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Наличие ставок само по себе не доказывает нарушение.</a:t>
            </a:r>
          </a:p>
        </p:txBody>
      </p:sp>
    </p:spTree>
    <p:extLst>
      <p:ext uri="{BB962C8B-B14F-4D97-AF65-F5344CB8AC3E}">
        <p14:creationId xmlns:p14="http://schemas.microsoft.com/office/powerpoint/2010/main" val="817458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2D847-5C5C-4D73-9EB5-D4D76D67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/ G-TON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8A36E-6BC7-406E-A958-D372256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OSINT с источниками и понятными границами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D6919-4F79-4AB1-9C31-8537CEC1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15 октября 2026 • Рабочий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FAC7D-6F73-4E3D-A0E2-D983F1DF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4D248-79ED-419F-B01D-AAABCF3F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4F4EA-70AF-469B-A400-1CE50E72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66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Регистрация и заявленный оператор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50FC1-853A-48F8-BD44-7E83D7A8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05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WHOIS / RDAP, публичные контакты, БИН, сведения о лицензии.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BC806-F7D1-4223-94E4-0E240C4C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7BBFF-CDB0-4520-AFB7-1E29E7A9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71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История и каналы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C2247-685D-4682-AB4F-4B910244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Архивные ссылки, журнал сертификатов, опубликованные соцсети.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DB3BF-D1FC-447F-85D4-E147ADBA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DC02F-29A8-4906-909F-B52928B3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Связанные сайты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48DBF-DEED-4404-B2CB-560AEEF4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Поддомены и кандидаты на копии по фактам. Общий IP не доказывает владельца.</a:t>
            </a:r>
          </a:p>
        </p:txBody>
      </p:sp>
    </p:spTree>
    <p:extLst>
      <p:ext uri="{BB962C8B-B14F-4D97-AF65-F5344CB8AC3E}">
        <p14:creationId xmlns:p14="http://schemas.microsoft.com/office/powerpoint/2010/main" val="63434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D1820-C8A4-4453-A8F3-03F02EC1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/ G-TON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6CC82-4FE6-4E0F-B5E4-BC8CEBC8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Свежий тест: три реальных ресурса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F6A8B-1737-4386-81F3-C4C63966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15 октября 2026 • Рабочий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FFC67-1FDE-4D69-9E6A-0A17C572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9FEDE-91BB-4BA8-B215-6B178761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РЕСУРС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EE8A0-BA24-4479-93F2-E0D66540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НАХОДКИ / СНИМКИ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FEF80-5C8B-4CBA-A959-84ABD9E0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ПРАВОВОЙ ЭТАП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1AC72-0482-4A4B-9968-F078EFF6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sz.kz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CD0EF-05B5-4115-B499-63A8B8A8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4 /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CC2F5-C9AB-409B-9BCA-B5C0DB21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14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Частично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AF335-56CD-4F10-8046-F1B11C32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olimpbet.kz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E223F-5837-4F1E-8FAC-F0B7C0D6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4 /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359BE-DCA1-4A9E-A7A4-486B6B04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147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Выполнен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0D367-109C-487C-BA4E-10EB2FC9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1xbet.kz*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1C65D-547C-4C89-B167-06EDD6B7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5 /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87315-825B-4103-9F8D-5A3A5861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Другой ресурс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1AC7E-AB26-4731-9120-F0D47AB3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* 1xbet.com недоступен; показан 1xbet.kz. У sz.kz повторная проверка неполная.</a:t>
            </a:r>
          </a:p>
        </p:txBody>
      </p:sp>
    </p:spTree>
    <p:extLst>
      <p:ext uri="{BB962C8B-B14F-4D97-AF65-F5344CB8AC3E}">
        <p14:creationId xmlns:p14="http://schemas.microsoft.com/office/powerpoint/2010/main" val="853889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87539-AECE-4F9E-86CC-8B9DC42F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/ G-TON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9BBF3-799F-4CB8-8738-FD307FF8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Разные роли, общий контроль качества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87A0F-06C8-4D4B-84E8-427472EE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15 октября 2026 • Рабочий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7B073-9492-43C4-980D-0BFB633A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C0283-8099-478A-8573-DAAA203D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74AA6-8A3C-4984-85E7-9A2D2DA0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66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Оркестратор и сборщики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9E466-42E3-4535-8121-A1F24690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05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Управление стадиями, смена способа доступа, сохранение истории.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D0C4B-87F9-4552-BD29-D40AC7D1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ACC2E-AC3F-4349-861A-4DFA5BA6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71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Контекст, механика, юрист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667E8-D323-483C-983C-4D444604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Отдельные обязанности и проверяемые форматы ответа.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4B13E-AE08-4BF2-A8DB-4616A8DD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F12C7-5996-401E-A5E7-330DC224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Контроль доказательств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09BC6-B0A9-42F8-B3AB-7D98CB43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Код проверяет цитаты, источники, хеши и связь снимка с находкой.</a:t>
            </a:r>
          </a:p>
        </p:txBody>
      </p:sp>
    </p:spTree>
    <p:extLst>
      <p:ext uri="{BB962C8B-B14F-4D97-AF65-F5344CB8AC3E}">
        <p14:creationId xmlns:p14="http://schemas.microsoft.com/office/powerpoint/2010/main" val="9970368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2A447-AF02-4430-988B-95E62CC1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/ G-TON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6D918-998B-4D77-BAC9-22C0787F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Граница готовности — честная и проверяемая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69E63-7CF9-4765-99A0-286F5EF5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15 октября 2026 • Рабочий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CE622-631C-455E-B0FE-593AB321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C528F-7AAC-45C6-8592-D939D9B5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Уже автоматизировано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0AAC4-0587-43E0-A0B5-B6B7E2B8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0958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Сбор и запасные способы</a:t>
            </a:r>
          </a:p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Обход публичных подстраниц</a:t>
            </a:r>
          </a:p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Цитаты и проверенные снимки</a:t>
            </a:r>
          </a:p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Первичная правовая оценка</a:t>
            </a:r>
          </a:p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История и проект пакета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5C7D4-F69E-4B0B-AC6F-7C801968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Требует подтверждения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E726B-3A1C-4019-B70B-27921F52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51054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Текущий статус и исключения</a:t>
            </a:r>
          </a:p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Закрытые обстоятельства</a:t>
            </a:r>
          </a:p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Процессуальная достаточность</a:t>
            </a:r>
          </a:p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Качество на экспертной выборке</a:t>
            </a:r>
          </a:p>
          <a:p xmlns:a="http://schemas.openxmlformats.org/drawingml/2006/main">
            <a:pPr>
              <a:defRPr sz="2100" b="0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E35"/>
                </a:solidFill>
                <a:latin typeface="Arial"/>
                <a:ea typeface="Arial"/>
                <a:cs typeface="Arial"/>
              </a:rPr>
              <a:t>Экономия времени инспектора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B193C-D6DD-4699-8668-A5A89E9E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готовит материалы. Решение уполномоченного лица остаётся отдельным этапом.</a:t>
            </a:r>
          </a:p>
        </p:txBody>
      </p:sp>
    </p:spTree>
    <p:extLst>
      <p:ext uri="{BB962C8B-B14F-4D97-AF65-F5344CB8AC3E}">
        <p14:creationId xmlns:p14="http://schemas.microsoft.com/office/powerpoint/2010/main" val="18281509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0E22F-2A4B-4C66-ABE8-4F0A7544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/ G-TON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92CF6-7CF3-41C6-A26D-0A0AD47D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Следующий шаг — измеримый пилот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1EF46-A6D1-408C-810D-09CD2B59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15 октября 2026 • Рабочий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D5CB6-136D-4A53-8760-8ABDFA5E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E64C2-CF53-440C-B671-0CA52FEA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B2855-CB64-439D-8451-9FD5872E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66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20 сайтов с экспертной разметкой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3504D-276F-4DE5-8C2E-E94C5298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05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Законный букмекер, лотерея, новости, скрытая подстраница, недоступный ресурс.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97C65-2367-4668-8AA4-AFBE786F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A6218-8B32-454A-B99C-12CD3EE3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71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Сравнение одинаковых заданий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974C8-F674-46A0-BCE2-380E83B5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Ручная работа и Aigak: время человека, исправления, стоимость.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AFD39-107B-4F10-AA68-7C5EEB64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3A820-261D-4047-BEF8-9433004F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Критерии до начала пилота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083AD-8656-4FEA-A7B1-1E493788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Принятые доказательства, ложные выводы, пропуски и качество правовых ссылок.</a:t>
            </a:r>
          </a:p>
        </p:txBody>
      </p:sp>
    </p:spTree>
    <p:extLst>
      <p:ext uri="{BB962C8B-B14F-4D97-AF65-F5344CB8AC3E}">
        <p14:creationId xmlns:p14="http://schemas.microsoft.com/office/powerpoint/2010/main" val="21382193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99FED-36DE-4D50-99C2-D7290115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786C"/>
                </a:solidFill>
                <a:latin typeface="Arial"/>
                <a:ea typeface="Arial"/>
                <a:cs typeface="Arial"/>
              </a:rPr>
              <a:t>AIGAK / G-TON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5DB4A-25C3-412E-A48A-E3D0A414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Что нужно согласовать с трекером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29454-32DE-4F8E-BB06-F371A54E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15 октября 2026 • Рабочий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DE8D1-7462-4129-A27D-19655AFB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99E4E-AA0D-400D-96F0-8571BE7C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EF2E1-00EB-4749-A1FB-1F458EE7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66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Первый заказчик и процедура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FAD5A-5565-4090-9F4D-F0682678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05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Кто пользуется, кто принимает материалы и кто платит.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C8180-9F77-4A6F-A0B1-9BE8368D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FFA54-5CCD-42C0-A9F5-AD370C9E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71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Доступ к профильному эксперту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AE3A8-064A-4311-A573-B9698580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Обязательный состав пакета, тестовые примеры и оценка качества.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577AA-406B-43F0-86E8-C8ECC543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5A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BD77F-D6C4-4B96-BDDE-E2D1F6BC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E35"/>
                </a:solidFill>
                <a:latin typeface="Arial"/>
                <a:ea typeface="Arial"/>
                <a:cs typeface="Arial"/>
              </a:rPr>
              <a:t>Пилот и проверка ценности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2AAAB-0218-4BEA-A6BC-F164A65B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77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86C"/>
                </a:solidFill>
                <a:latin typeface="Arial"/>
                <a:ea typeface="Arial"/>
                <a:cs typeface="Arial"/>
              </a:rPr>
              <a:t>Срок, метрики, ответственный и следующий шаг после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1672654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2026-10-15T08:45:24.6990000Z</dcterms:created>
  <dcterms:modified xsi:type="dcterms:W3CDTF">2026-10-15T08:45:24.6990000Z</dcterms:modified>
</coreProperties>
</file>